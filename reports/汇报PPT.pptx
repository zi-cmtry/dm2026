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15 秒：我是谁 + 这个项目解决了什么问题。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强调是真实数据而非玩具数据集 —— 数据里有很多脏东西，清洗本身就是一个环节。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这一页最重要的是「粒度」—— 面试最爱问这个，答不上来就露怯。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核心观点：删掉就回不来了，打标随时能筛。这在工程上叫「软删除」。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全场最亮的一页。注意措辞是「推测」而不是「证明」—— 要证实需要订单来源字段。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这一页是加分项。多数人不会主动讲自己的错误，讲出来反而显得专业。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F3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icrosoft YaHei"/>
              </a:rPr>
              <a:t>电商用户行为分析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C9D6E2"/>
                </a:solidFill>
                <a:latin typeface="Microsoft YaHei"/>
              </a:rPr>
              <a:t>基于 106 万行真实交易数据的完整数据分析实践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6470"/>
                </a:solidFill>
                <a:latin typeface="Microsoft YaHei"/>
              </a:rPr>
              <a:t>成都理工大学 · 大数据管理与应用</a:t>
            </a:r>
          </a:p>
          <a:p>
            <a:r>
              <a:rPr sz="1400" b="0">
                <a:solidFill>
                  <a:srgbClr val="2E6DA4"/>
                </a:solidFill>
                <a:latin typeface="Microsoft YaHei"/>
              </a:rPr>
              <a:t>github.com/zi-cmtry/dm2026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汇报大纲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64D"/>
                </a:solidFill>
                <a:latin typeface="Microsoft YaHei"/>
              </a:rPr>
              <a:t>一、项目背景与目标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64D"/>
                </a:solidFill>
                <a:latin typeface="Microsoft YaHei"/>
              </a:rPr>
              <a:t>二、数据说明：106 万行、43 个国家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64D"/>
                </a:solidFill>
                <a:latin typeface="Microsoft YaHei"/>
              </a:rPr>
              <a:t>三、方法论：为什么「不删数据」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64D"/>
                </a:solidFill>
                <a:latin typeface="Microsoft YaHei"/>
              </a:rPr>
              <a:t>四、核心发现（5 个）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64D"/>
                </a:solidFill>
                <a:latin typeface="Microsoft YaHei"/>
              </a:rPr>
              <a:t>五、运营建议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64D"/>
                </a:solidFill>
                <a:latin typeface="Microsoft YaHei"/>
              </a:rPr>
              <a:t>六、局限性与方法论反思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一、项目背景与目标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数据来源：UCI Online Retail II —— 一家英国在线零售商的真实交易流水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业务模式：B 端批发，客户主要是反复进货的零售商家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要回答的三个问题：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生意整体状况如何？钱从哪来？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客户结构长什么样？谁最值钱？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哪些客户快要流失？能不能提前识别？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二、数据说明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规模：1,067,371 行 × 8 列，时间跨度 2009-12 ~ 2011-12，覆盖 43 个国家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⚠️ 最关键的一个事实：数据粒度是「商品明细行」，不是「订单」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一笔订单包含多个商品行 → 订单数必须用 COUNT(DISTINCT Invoice)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销售额没有现成列，必须自己算 SUM(Quantity × Price)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数据质量问题（真实数据的常态）：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Customer ID 缺失 20.5% —— 五分之一的订单不知道是谁买的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Quantity 为负 12,326 行 —— 退货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Invoice 以 C 开头 10,206 行 —— 取消单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Price 最大 25,111 —— 明显是人工调整，不是真实单价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三、方法论：清洗不等于删除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常见误区：把「脏数据」一律删掉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我的做法：先给每一行打「类型标签」，再按分析用途拆成 3 张表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sales（104 万行）—— 交易分析：销售额、商品排名、国家分布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sales_known（80 万行）—— 用户分析：RFM、留存、复购、流失预测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cancellations（1.9 万行）—— 取消率分析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为什么不能删？匿名订单里有 £3,229,165 的真实营收，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占全部销售额的 15.40%。删掉它，总营收就凭空少了一大块。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四、核心发现 ①　经营概况与季节性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销售额 £20,972,594　｜　订单 40,077 笔　｜　客单价 £523.31　｜　客户 5,878 人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明显的季节性：每年 9 月开始爬升，11 月达到峰值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这家店卖礼品和家居装饰，11 月对应圣诞备货季 —— 品类决定季节曲线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⚠️ 一个容易讲错的地方：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清洗后销售额（£20,972,594）反而高于原始总金额（£19,287,250）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因为原始总额里混着退货和取消的负数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汇报时必须区分「毛销售额」和「净销售额」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四、核心发现 ②　匿名订单的价值被低估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订单类型　　　　订单数　　　　销售额　　　　　客单价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匿名订单　　　　 3,108　　 £3,229,165　　　£1,038.99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已知客户　　　　36,969　　£17,743,429　　　　£479.95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匿名订单客单价是已知客户的 2.17 倍，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只用 7.8% 的订单贡献了 15.4% 的营收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常见假设是「没留客户信息的都是小散客」—— 数据证明恰恰相反。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推测是电话或传真下单的大宗批发客户（系统未记录客户号）。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⭐ 这条洞察完全来自「清洗时不删数据」的那个决定。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四、核心发现 ③　RFM 分层：二八法则验证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客户分层　　　　客户数　　占比　　　消费占比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重要价值客户　　 1,344　　22.86%　　 68.82%　← 二八法则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重要保持客户　　　 711　　12.10%　　 16.00%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一般挽留客户　　 2,445　　41.60%　　　5.94%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重要挽留客户　　　 211　　 3.59%　　　3.21%　← 平均 290 天没来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方法：对 R / F / M 各用 NTILE(5) 均分五档，组合成 8 类客户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最值得投入的是那 211 名「重要挽留客户」：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人数少、历史消费高、还来得及召回。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四、核心发现 ④　留存与复购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复购率 72.39%，人均 6.29 单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同期群留存曲线（按首次购买月份分组）：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M0 100% → M1 21.2% → M2 21.9% → M3 21.6% → M6 17.8%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M0→M1 断崖下跌后立刻走平 —— 这叫「留存平台期」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说明存在约 20% 的稳定忠实客户，是健康业务的标志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客户生命周期漏斗：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全部 5,878 → 复购 72.4% → 高频 36.8% → 忠诚 16.6% → 核心 0.9%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⚠️ 统计陷阱：2009-12 队列留存虚高（35.3%），因为数据从该月才开始，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他们的「首次购买」不是真的首次 —— 这叫「左截断」，必须剔除。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四、核心发现 ⑤　流失预测模型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223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问题设定：站在 2011-06-30，预测未来半年不会回购的客户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特征期 2009-12~2011-06（9 个行为特征）｜ 标签期 2011-07~2011-12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模型对比：逻辑回归 AUC 0.8111　vs　随机森林 AUC 0.7942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⭐ 简单模型胜出 —— 结构化小数据上方差更小、可解释性更强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最重要的特征：距上次购买天数 ＞ 总消费 ＞ 平均购买间隔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可落地为一条规则：超过 X 天未下单，自动触发召回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模型交付物：一份按流失概率排序的客户名单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Top 20 客户历史消费合计 £129,936，实际命中率 90%</a:t>
            </a:r>
          </a:p>
        </p:txBody>
      </p:sp>
      <p:pic>
        <p:nvPicPr>
          <p:cNvPr id="5" name="Picture 4" descr="chur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108960"/>
            <a:ext cx="3566160" cy="14009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五、运营建议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按 RFM 分层给出差异化动作：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重要价值客户（1,344）—— VIP 待遇：专属客服、优先发货、新品试用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重要保持客户（711）—— 防流失：一对一回访、大额专属折扣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重要挽留客户（211）—— 最紧急：强力召回券 + 电话触达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重要发展客户（84）—— 提频次：满减券、组合套餐、会员积分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一般挽留客户（2,445）—— 不投预算，避免浪费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最高优先级的两件事：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召回 211 名「重要挽留客户」—— 人数少、价值高、还来得及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转化 27.61% 的「首购未复购」客户 —— 人数最多，而拉新成本是复购运营的 5 倍以上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64D"/>
                </a:solidFill>
                <a:latin typeface="Microsoft YaHei"/>
              </a:rPr>
              <a:t>六、局限性与方法论反思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250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诚实的局限：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数据是 2009-2011 年的英国零售数据，结论不能直接迁移到当前中国市场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无埋点行为数据 → 做不出「浏览-加购-支付」漏斗，也做不了 A/B 测试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无成本数据 → 无法计算真实利润和 ROI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取消单无法回溯原订单：取消单号去掉 C 后匹配率为 0 / 8,292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4D"/>
                </a:solidFill>
                <a:latin typeface="Microsoft YaHei"/>
              </a:rPr>
              <a:t>⭐ 方法论反思 —— 本项目最有价值的部分：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我有 4 处预写判断被数据推翻（退货分类、客单价、周六订单、购买分布）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其中一处，我为了「修正」它做的第二次推断也是错的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470"/>
                </a:solidFill>
                <a:latin typeface="Microsoft YaHei"/>
              </a:rPr>
              <a:t>· 由此确立纪律：任何「我觉得应该是」，先跑一条 SQL 验证再写进报告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2377440"/>
          </a:xfrm>
          <a:prstGeom prst="rect">
            <a:avLst/>
          </a:prstGeom>
          <a:solidFill>
            <a:srgbClr val="1F3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icrosoft YaHei"/>
              </a:rPr>
              <a:t>感谢聆听，欢迎提问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C9D6E2"/>
                </a:solidFill>
                <a:latin typeface="Microsoft YaHei"/>
              </a:rPr>
              <a:t>github.com/zi-cmtry/dm2026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6470"/>
                </a:solidFill>
                <a:latin typeface="Microsoft YaHei"/>
              </a:rPr>
              <a:t>成都理工大学 · 大数据管理与应用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